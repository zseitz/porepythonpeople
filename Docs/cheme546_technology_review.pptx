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Nuni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.fntdata"/><Relationship Id="rId14" Type="http://schemas.openxmlformats.org/officeDocument/2006/relationships/font" Target="fonts/Nunito-regular.fntdata"/><Relationship Id="rId17" Type="http://schemas.openxmlformats.org/officeDocument/2006/relationships/font" Target="fonts/Nunito-boldItalic.fntdata"/><Relationship Id="rId16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b7eb1454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b7eb1454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cc7162c0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cc7162c0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ccc7162c0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ccc7162c0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b7eb1454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cb7eb1454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Runs the application code from scratch every time the UI state changes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cc7162c0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ccc7162c0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cfffa7b4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cfffa7b4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cc7162c0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cc7162c0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311708" y="2733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Tech Review: GUIs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580">
                <a:latin typeface="Nunito"/>
                <a:ea typeface="Nunito"/>
                <a:cs typeface="Nunito"/>
                <a:sym typeface="Nunito"/>
              </a:rPr>
              <a:t>PorePythonPeople</a:t>
            </a:r>
            <a:endParaRPr sz="158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580">
                <a:latin typeface="Nunito"/>
                <a:ea typeface="Nunito"/>
                <a:cs typeface="Nunito"/>
                <a:sym typeface="Nunito"/>
              </a:rPr>
              <a:t> Zach Seitz, Riya Patel, Toby Rangel-Guillen, Daniel Mendoza</a:t>
            </a:r>
            <a:endParaRPr sz="158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/>
        </p:nvSpPr>
        <p:spPr>
          <a:xfrm>
            <a:off x="200525" y="242625"/>
            <a:ext cx="894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Application Background</a:t>
            </a:r>
            <a:endParaRPr sz="24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333375" y="979800"/>
            <a:ext cx="81438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Goal: build a easy-to-use, Python-based tool that allows Gundlach lab members to:</a:t>
            </a:r>
            <a:endParaRPr sz="1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Nunito"/>
              <a:buChar char="●"/>
            </a:pPr>
            <a:r>
              <a:rPr lang="en" sz="1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search a large database of historical data by experimental conditions</a:t>
            </a:r>
            <a:endParaRPr sz="1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Nunito"/>
              <a:buChar char="●"/>
            </a:pPr>
            <a:r>
              <a:rPr lang="en" sz="1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plot and overlay nanopore trace data from selected experiments</a:t>
            </a:r>
            <a:endParaRPr sz="1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Nunito"/>
              <a:buChar char="●"/>
            </a:pPr>
            <a:r>
              <a:rPr lang="en" sz="1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detect and display ‘events’ in trace data with an interactive display</a:t>
            </a:r>
            <a:endParaRPr sz="1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Using a GUI to integrate these functions into one, user-friendly display</a:t>
            </a:r>
            <a:endParaRPr sz="1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3 GUI packages to compare:</a:t>
            </a:r>
            <a:endParaRPr sz="1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925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Nunito"/>
              <a:buAutoNum type="arabicPeriod"/>
            </a:pPr>
            <a:r>
              <a:rPr lang="en" sz="1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Streamlit</a:t>
            </a:r>
            <a:endParaRPr sz="1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925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Nunito"/>
              <a:buAutoNum type="arabicPeriod"/>
            </a:pPr>
            <a:r>
              <a:rPr lang="en" sz="1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PySide/PyQt</a:t>
            </a:r>
            <a:endParaRPr sz="1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925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Nunito"/>
              <a:buAutoNum type="arabicPeriod"/>
            </a:pPr>
            <a:r>
              <a:rPr lang="en" sz="1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Tkinter</a:t>
            </a:r>
            <a:endParaRPr sz="1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/>
        </p:nvSpPr>
        <p:spPr>
          <a:xfrm>
            <a:off x="200525" y="128325"/>
            <a:ext cx="894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Streamlit</a:t>
            </a:r>
            <a:endParaRPr sz="24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257175" y="3544350"/>
            <a:ext cx="8534700" cy="14160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4657725" y="819150"/>
            <a:ext cx="4134000" cy="25515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257175" y="819150"/>
            <a:ext cx="4134000" cy="2551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333375" y="963188"/>
            <a:ext cx="4134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Pros:</a:t>
            </a:r>
            <a:endParaRPr b="1"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Great for data visualization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Pre-defined interactive widgets, intuitive design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Well documented, lots of community support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4721025" y="963188"/>
            <a:ext cx="4007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Cons:</a:t>
            </a:r>
            <a:endParaRPr b="1"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Not built for multiple concurrent users 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Frequent refreshing results in s</a:t>
            </a: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low performance for large or complex applications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Limited customizability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452475" y="3638325"/>
            <a:ext cx="8144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Overall:</a:t>
            </a:r>
            <a:endParaRPr b="1"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Mainly used to develop simple web apps to display data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Works for our application as an internal tool for searching and visualizing data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/>
        </p:nvSpPr>
        <p:spPr>
          <a:xfrm>
            <a:off x="100200" y="100275"/>
            <a:ext cx="894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PySide/PyQt</a:t>
            </a:r>
            <a:endParaRPr sz="24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8" name="Google Shape;88;p18"/>
          <p:cNvSpPr/>
          <p:nvPr/>
        </p:nvSpPr>
        <p:spPr>
          <a:xfrm>
            <a:off x="257175" y="3544350"/>
            <a:ext cx="8534700" cy="14160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4657725" y="819150"/>
            <a:ext cx="4134000" cy="25515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257175" y="819150"/>
            <a:ext cx="4134000" cy="2551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333375" y="1009125"/>
            <a:ext cx="3953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Pros:</a:t>
            </a:r>
            <a:endParaRPr b="1"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Modern, professional aesthetic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Extremely customizable and feature-rich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Easily scales for </a:t>
            </a: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more</a:t>
            </a: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complex GUI demands 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Large amount of documentation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4657725" y="1056000"/>
            <a:ext cx="4095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Cons:</a:t>
            </a:r>
            <a:endParaRPr b="1"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Licensing can be a bit complex: PySide is LGPL licensed while PyQt is commercial 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Large library and functionality can be overkill for simpler applications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590325" y="3544350"/>
            <a:ext cx="7315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Overall:</a:t>
            </a:r>
            <a:endParaRPr b="1"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Good option for our </a:t>
            </a: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application:</a:t>
            </a: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building GUI to search database and visualize selected data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May not need/utilize all the functionality or customizability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/>
        </p:nvSpPr>
        <p:spPr>
          <a:xfrm>
            <a:off x="100200" y="100275"/>
            <a:ext cx="894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Tkinter</a:t>
            </a:r>
            <a:endParaRPr sz="24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9" name="Google Shape;99;p19"/>
          <p:cNvSpPr/>
          <p:nvPr/>
        </p:nvSpPr>
        <p:spPr>
          <a:xfrm>
            <a:off x="257175" y="3544350"/>
            <a:ext cx="8534700" cy="14160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0" name="Google Shape;100;p19"/>
          <p:cNvSpPr/>
          <p:nvPr/>
        </p:nvSpPr>
        <p:spPr>
          <a:xfrm>
            <a:off x="4657725" y="819150"/>
            <a:ext cx="4134000" cy="25515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1" name="Google Shape;101;p19"/>
          <p:cNvSpPr/>
          <p:nvPr/>
        </p:nvSpPr>
        <p:spPr>
          <a:xfrm>
            <a:off x="257175" y="819150"/>
            <a:ext cx="4134000" cy="2551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333375" y="1009125"/>
            <a:ext cx="3953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Pros:</a:t>
            </a:r>
            <a:endParaRPr b="1"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Excels in simple applications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Part of the built in standard python library (open source) 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Easy to code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4657725" y="1056000"/>
            <a:ext cx="4095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Cons:</a:t>
            </a:r>
            <a:endParaRPr b="1"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</a:t>
            </a: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ess functionality in available widgets/animations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Struggles to scale with complex GUI demands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Outdated aesthetics 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590325" y="3544350"/>
            <a:ext cx="7315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Overall:</a:t>
            </a:r>
            <a:endParaRPr b="1"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Good starting point for an internal tool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Could use more customizability and functionality with widgets in  the future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/>
        </p:nvSpPr>
        <p:spPr>
          <a:xfrm>
            <a:off x="100200" y="90225"/>
            <a:ext cx="894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Summary</a:t>
            </a:r>
            <a:endParaRPr sz="24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0" name="Google Shape;110;p20"/>
          <p:cNvSpPr txBox="1"/>
          <p:nvPr/>
        </p:nvSpPr>
        <p:spPr>
          <a:xfrm>
            <a:off x="333375" y="979800"/>
            <a:ext cx="81438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Decided to start with tkinter because it is simple and easy to code</a:t>
            </a:r>
            <a:endParaRPr sz="1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Don’t need the most aesthetic graphics or UI for an internal tool</a:t>
            </a:r>
            <a:endParaRPr sz="1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If we decide to scale up to more complex and interactive visualizations, we would consider streamlit</a:t>
            </a:r>
            <a:endParaRPr sz="1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